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9" r:id="rId5"/>
    <p:sldId id="270" r:id="rId6"/>
    <p:sldId id="265" r:id="rId7"/>
    <p:sldId id="258" r:id="rId8"/>
    <p:sldId id="262" r:id="rId9"/>
    <p:sldId id="266" r:id="rId10"/>
    <p:sldId id="267" r:id="rId11"/>
    <p:sldId id="268" r:id="rId12"/>
    <p:sldId id="269" r:id="rId13"/>
    <p:sldId id="271" r:id="rId14"/>
    <p:sldId id="273" r:id="rId15"/>
    <p:sldId id="274" r:id="rId16"/>
    <p:sldId id="276" r:id="rId17"/>
    <p:sldId id="272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6" d="100"/>
          <a:sy n="86" d="100"/>
        </p:scale>
        <p:origin x="3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49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74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02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5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31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67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0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25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8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1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5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16E70-077D-4CBD-A2D0-A2B977DFD4F5}" type="datetimeFigureOut">
              <a:rPr lang="en-CA" smtClean="0"/>
              <a:t>9/15/20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3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M-BLANK MANUAL FIGURES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71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77047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4.4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06322" y="57704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4.3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20179" y="577047"/>
            <a:ext cx="1373079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4.2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160" y="359664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4.5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160" y="560799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4.1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08160" y="319024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4.7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58880" y="319024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4.8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06160" y="319024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4.6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173075" y="319024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4.9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95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81630" r="50250" b="4740"/>
          <a:stretch/>
        </p:blipFill>
        <p:spPr>
          <a:xfrm>
            <a:off x="152400" y="304800"/>
            <a:ext cx="6065520" cy="9347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2560" y="31463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123" y="2112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a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7563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92417" y="395918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61065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66915" y="60257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9666" y="78723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33516" y="9719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59308" y="2841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59308" y="50952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55482" y="85879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22418" t="3555" r="2000" b="23259"/>
          <a:stretch/>
        </p:blipFill>
        <p:spPr>
          <a:xfrm>
            <a:off x="140328" y="1669490"/>
            <a:ext cx="9215120" cy="501904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6004560" y="426720"/>
            <a:ext cx="1808480" cy="1645920"/>
          </a:xfrm>
          <a:custGeom>
            <a:avLst/>
            <a:gdLst>
              <a:gd name="connsiteX0" fmla="*/ 0 w 1808480"/>
              <a:gd name="connsiteY0" fmla="*/ 0 h 1645920"/>
              <a:gd name="connsiteX1" fmla="*/ 1808480 w 1808480"/>
              <a:gd name="connsiteY1" fmla="*/ 0 h 1645920"/>
              <a:gd name="connsiteX2" fmla="*/ 1808480 w 180848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480" h="1645920">
                <a:moveTo>
                  <a:pt x="0" y="0"/>
                </a:moveTo>
                <a:lnTo>
                  <a:pt x="1808480" y="0"/>
                </a:lnTo>
                <a:lnTo>
                  <a:pt x="1808480" y="1645920"/>
                </a:lnTo>
              </a:path>
            </a:pathLst>
          </a:custGeom>
          <a:noFill/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29105" y="274855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k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44040" y="27485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37215" y="17033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2003" y="596538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03" y="518306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27603" y="58806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20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1645920" y="820887"/>
            <a:ext cx="1373178" cy="2552233"/>
            <a:chOff x="5720080" y="577047"/>
            <a:chExt cx="1373178" cy="255223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46917" t="8445" r="41833" b="54370"/>
            <a:stretch/>
          </p:blipFill>
          <p:spPr>
            <a:xfrm>
              <a:off x="5720080" y="579120"/>
              <a:ext cx="1371600" cy="255016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720179" y="577047"/>
              <a:ext cx="1373079" cy="25390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rgbClr val="C000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127628" y="1163685"/>
            <a:ext cx="408183" cy="27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7628" y="16848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b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27628" y="2337710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n>
                  <a:solidFill>
                    <a:schemeClr val="tx1"/>
                  </a:solidFill>
                </a:ln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7628" y="28488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d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6907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31253"/>
              </p:ext>
            </p:extLst>
          </p:nvPr>
        </p:nvGraphicFramePr>
        <p:xfrm>
          <a:off x="2218432" y="1598555"/>
          <a:ext cx="2744188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047"/>
                <a:gridCol w="686047"/>
                <a:gridCol w="686047"/>
                <a:gridCol w="686047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Bin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 smtClean="0"/>
                        <a:t>Det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Pix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Val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151686"/>
              </p:ext>
            </p:extLst>
          </p:nvPr>
        </p:nvGraphicFramePr>
        <p:xfrm>
          <a:off x="6605480" y="1598555"/>
          <a:ext cx="2744188" cy="2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047"/>
                <a:gridCol w="686047"/>
                <a:gridCol w="686047"/>
                <a:gridCol w="686047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Bin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 smtClean="0"/>
                        <a:t>Det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Pix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Val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57350" algn="l"/>
                        </a:tabLst>
                      </a:pPr>
                      <a:r>
                        <a:rPr lang="en-CA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CA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5131293" y="3086360"/>
            <a:ext cx="12872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9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9917" t="8445" b="54518"/>
          <a:stretch/>
        </p:blipFill>
        <p:spPr>
          <a:xfrm>
            <a:off x="274320" y="314960"/>
            <a:ext cx="4886960" cy="25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5602" y="31288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20678" y="620817"/>
            <a:ext cx="3084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 (mouse r-click)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0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2"/>
          <a:srcRect l="-5" t="8452" r="53676" b="49186"/>
          <a:stretch/>
        </p:blipFill>
        <p:spPr>
          <a:xfrm>
            <a:off x="6130741" y="583917"/>
            <a:ext cx="5648400" cy="2905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8446" r="53667" b="49184"/>
          <a:stretch/>
        </p:blipFill>
        <p:spPr>
          <a:xfrm>
            <a:off x="180870" y="589168"/>
            <a:ext cx="5648960" cy="2905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0870" y="587095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8108" y="66028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a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8151" y="6732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b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894" y="322414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c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36472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d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84367" y="322414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f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9694" y="322414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g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5021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h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0348" y="322414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 smtClean="0">
                <a:solidFill>
                  <a:srgbClr val="C00000"/>
                </a:solidFill>
              </a:rPr>
              <a:t>i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5675" y="322414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j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11002" y="32241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k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0303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1002" y="285683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l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6329" y="285683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m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2186" y="6620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n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17889" y="29853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o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17889" y="4885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p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23355" y="155229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q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077" y="1667185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r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30741" y="581364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18535" y="945379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s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43581" y="733531"/>
            <a:ext cx="5940000" cy="162607"/>
          </a:xfrm>
          <a:custGeom>
            <a:avLst/>
            <a:gdLst>
              <a:gd name="connsiteX0" fmla="*/ 0 w 5737608"/>
              <a:gd name="connsiteY0" fmla="*/ 80387 h 80387"/>
              <a:gd name="connsiteX1" fmla="*/ 5737608 w 5737608"/>
              <a:gd name="connsiteY1" fmla="*/ 80387 h 80387"/>
              <a:gd name="connsiteX2" fmla="*/ 5737608 w 5737608"/>
              <a:gd name="connsiteY2" fmla="*/ 0 h 8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7608" h="80387">
                <a:moveTo>
                  <a:pt x="0" y="80387"/>
                </a:moveTo>
                <a:lnTo>
                  <a:pt x="5737608" y="80387"/>
                </a:lnTo>
                <a:lnTo>
                  <a:pt x="5737608" y="0"/>
                </a:lnTo>
              </a:path>
            </a:pathLst>
          </a:custGeom>
          <a:noFill/>
          <a:ln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491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9" t="52310" r="50177" b="18819"/>
          <a:stretch/>
        </p:blipFill>
        <p:spPr>
          <a:xfrm>
            <a:off x="39600" y="2509200"/>
            <a:ext cx="6076800" cy="198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52296" r="50166" b="18815"/>
          <a:stretch/>
        </p:blipFill>
        <p:spPr>
          <a:xfrm>
            <a:off x="40640" y="427292"/>
            <a:ext cx="6075680" cy="1981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800" y="437452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800" y="2519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-19" t="52283" r="50177" b="18846"/>
          <a:stretch/>
        </p:blipFill>
        <p:spPr>
          <a:xfrm>
            <a:off x="40640" y="4586640"/>
            <a:ext cx="6076800" cy="19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800" y="4597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05672" y="34111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5672" y="378471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5672" y="403816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9192" y="575584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6868" y="603428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2480" y="813857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a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1641" y="2836477"/>
            <a:ext cx="333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b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76315" y="4945389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c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203" y="494538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427986" y="5359871"/>
            <a:ext cx="720000" cy="72389"/>
          </a:xfrm>
          <a:custGeom>
            <a:avLst/>
            <a:gdLst>
              <a:gd name="connsiteX0" fmla="*/ 0 w 853440"/>
              <a:gd name="connsiteY0" fmla="*/ 260985 h 266700"/>
              <a:gd name="connsiteX1" fmla="*/ 0 w 853440"/>
              <a:gd name="connsiteY1" fmla="*/ 0 h 266700"/>
              <a:gd name="connsiteX2" fmla="*/ 853440 w 853440"/>
              <a:gd name="connsiteY2" fmla="*/ 0 h 266700"/>
              <a:gd name="connsiteX3" fmla="*/ 853440 w 853440"/>
              <a:gd name="connsiteY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3440" h="266700">
                <a:moveTo>
                  <a:pt x="0" y="260985"/>
                </a:moveTo>
                <a:lnTo>
                  <a:pt x="0" y="0"/>
                </a:lnTo>
                <a:lnTo>
                  <a:pt x="853440" y="0"/>
                </a:lnTo>
                <a:lnTo>
                  <a:pt x="853440" y="266700"/>
                </a:ln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/>
          <p:cNvSpPr/>
          <p:nvPr/>
        </p:nvSpPr>
        <p:spPr>
          <a:xfrm>
            <a:off x="195305" y="5439435"/>
            <a:ext cx="258085" cy="1822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/>
          <p:cNvSpPr txBox="1"/>
          <p:nvPr/>
        </p:nvSpPr>
        <p:spPr>
          <a:xfrm>
            <a:off x="5742561" y="293063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53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0166" t="46667" r="42084" b="4445"/>
          <a:stretch/>
        </p:blipFill>
        <p:spPr>
          <a:xfrm>
            <a:off x="660400" y="640080"/>
            <a:ext cx="944880" cy="3352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0240" y="62992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6057" y="121448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6057" y="17356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8922" y="2175662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240" y="245959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9320" y="276277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1400" y="306596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1836" y="342135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8333" t="46667" r="31917" b="4445"/>
          <a:stretch/>
        </p:blipFill>
        <p:spPr>
          <a:xfrm>
            <a:off x="487680" y="345440"/>
            <a:ext cx="1188720" cy="3352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3840" y="33528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7514" y="56424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20" y="70109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9956" y="751709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396" y="118894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3112" y="17481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0910" y="231029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8509" y="253851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6010" y="29078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8233" y="314424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802" y="332890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6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68583" t="46667" r="17000" b="4296"/>
          <a:stretch/>
        </p:blipFill>
        <p:spPr>
          <a:xfrm>
            <a:off x="172720" y="162560"/>
            <a:ext cx="1757680" cy="336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9920" y="15240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94" y="413683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017" y="41368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83230" y="41368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27" y="55400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8489" y="74883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7501" y="74883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9567" y="73867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70067" y="106366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470" y="106366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2699" y="151977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5822" y="203223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05" y="203223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905" y="240157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3071" y="240157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7817" y="258623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7162" y="277090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3111" y="31242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q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35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83417" t="46370" r="249" b="4593"/>
          <a:stretch/>
        </p:blipFill>
        <p:spPr>
          <a:xfrm>
            <a:off x="152400" y="528320"/>
            <a:ext cx="1991360" cy="3362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55315" y="53848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053" y="1123530"/>
            <a:ext cx="7120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0" i="1" dirty="0" smtClean="0">
                <a:solidFill>
                  <a:srgbClr val="C00000"/>
                </a:solidFill>
              </a:rPr>
              <a:t>a</a:t>
            </a:r>
            <a:endParaRPr lang="en-CA" sz="8000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533" y="310741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5324" y="35321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0809" y="310741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6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Parameterization GUI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37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9993" r="-1" b="4607"/>
          <a:stretch/>
        </p:blipFill>
        <p:spPr>
          <a:xfrm>
            <a:off x="-39600" y="0"/>
            <a:ext cx="122292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3510278" y="1310640"/>
            <a:ext cx="523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a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 flipH="1">
            <a:off x="3510278" y="4502666"/>
            <a:ext cx="52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a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 flipH="1">
            <a:off x="10735950" y="1633613"/>
            <a:ext cx="39756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l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l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l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 flipH="1">
            <a:off x="6736080" y="1107075"/>
            <a:ext cx="436878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CA" dirty="0" smtClean="0">
                <a:solidFill>
                  <a:srgbClr val="FF0000"/>
                </a:solidFill>
              </a:rPr>
              <a:t>b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CA" dirty="0" smtClean="0">
                <a:solidFill>
                  <a:srgbClr val="FF0000"/>
                </a:solidFill>
              </a:rPr>
              <a:t>b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CA" dirty="0" smtClean="0">
                <a:solidFill>
                  <a:srgbClr val="FF0000"/>
                </a:solidFill>
              </a:rPr>
              <a:t>b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 flipH="1">
            <a:off x="6872252" y="2711870"/>
            <a:ext cx="24892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o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/>
            <a:r>
              <a:rPr lang="en-CA" dirty="0" smtClean="0">
                <a:solidFill>
                  <a:srgbClr val="FF0000"/>
                </a:solidFill>
              </a:rPr>
              <a:t>o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 flipH="1">
            <a:off x="6983714" y="3621716"/>
            <a:ext cx="120748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q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r>
              <a:rPr lang="en-CA" dirty="0" smtClean="0">
                <a:solidFill>
                  <a:srgbClr val="FF0000"/>
                </a:solidFill>
              </a:rPr>
              <a:t>         q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flipH="1">
            <a:off x="6977377" y="5379412"/>
            <a:ext cx="45364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tabLst>
                <a:tab pos="808038" algn="l"/>
                <a:tab pos="1431925" algn="l"/>
                <a:tab pos="2065338" algn="l"/>
                <a:tab pos="3314700" algn="l"/>
                <a:tab pos="3946525" algn="l"/>
              </a:tabLst>
            </a:pPr>
            <a:r>
              <a:rPr lang="en-CA" dirty="0" smtClean="0">
                <a:solidFill>
                  <a:srgbClr val="FF0000"/>
                </a:solidFill>
              </a:rPr>
              <a:t>w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r>
              <a:rPr lang="en-CA" dirty="0" smtClean="0">
                <a:solidFill>
                  <a:srgbClr val="FF0000"/>
                </a:solidFill>
              </a:rPr>
              <a:t>	w</a:t>
            </a:r>
            <a:r>
              <a:rPr lang="en-CA" baseline="-25000" dirty="0" smtClean="0">
                <a:solidFill>
                  <a:srgbClr val="FF0000"/>
                </a:solidFill>
              </a:rPr>
              <a:t>2	</a:t>
            </a:r>
            <a:r>
              <a:rPr lang="en-CA" dirty="0" smtClean="0">
                <a:solidFill>
                  <a:srgbClr val="FF0000"/>
                </a:solidFill>
              </a:rPr>
              <a:t>w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r>
              <a:rPr lang="en-CA" dirty="0" smtClean="0">
                <a:solidFill>
                  <a:srgbClr val="FF0000"/>
                </a:solidFill>
              </a:rPr>
              <a:t>	w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r>
              <a:rPr lang="en-CA" dirty="0" smtClean="0">
                <a:solidFill>
                  <a:srgbClr val="FF0000"/>
                </a:solidFill>
              </a:rPr>
              <a:t>	w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r>
              <a:rPr lang="en-CA" dirty="0" smtClean="0">
                <a:solidFill>
                  <a:srgbClr val="FF0000"/>
                </a:solidFill>
              </a:rPr>
              <a:t>	w</a:t>
            </a:r>
            <a:r>
              <a:rPr lang="en-CA" baseline="-25000" dirty="0" smtClean="0">
                <a:solidFill>
                  <a:srgbClr val="FF0000"/>
                </a:solidFill>
              </a:rPr>
              <a:t>6</a:t>
            </a: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 flipH="1">
            <a:off x="7439517" y="4152391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t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 flipH="1">
            <a:off x="6802115" y="1787812"/>
            <a:ext cx="522128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c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 smtClean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c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c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 smtClean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c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 flipH="1">
            <a:off x="6929114" y="6000526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y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 flipH="1">
            <a:off x="8079730" y="6428600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z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 flipH="1">
            <a:off x="8079728" y="3041242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p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8140688" y="3378200"/>
            <a:ext cx="309945" cy="1800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q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s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t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v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 flipH="1">
            <a:off x="8783297" y="3378200"/>
            <a:ext cx="309945" cy="1800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q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s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t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v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 flipH="1">
            <a:off x="9395426" y="3378200"/>
            <a:ext cx="309945" cy="18004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q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baseline="-25000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baseline="-25000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v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 flipH="1">
            <a:off x="10005026" y="3378200"/>
            <a:ext cx="309945" cy="1440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q</a:t>
            </a:r>
            <a:r>
              <a:rPr lang="en-CA" baseline="-25000" dirty="0" smtClean="0">
                <a:solidFill>
                  <a:srgbClr val="FF0000"/>
                </a:solidFill>
              </a:rPr>
              <a:t>6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baseline="-25000" dirty="0" smtClean="0">
              <a:solidFill>
                <a:srgbClr val="FF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t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r>
              <a:rPr lang="en-CA" dirty="0" smtClean="0">
                <a:solidFill>
                  <a:srgbClr val="FF0000"/>
                </a:solidFill>
              </a:rPr>
              <a:t> </a:t>
            </a:r>
          </a:p>
          <a:p>
            <a:pPr algn="ctr"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 flipH="1">
            <a:off x="10675586" y="3381849"/>
            <a:ext cx="309945" cy="14403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r </a:t>
            </a:r>
          </a:p>
          <a:p>
            <a:pPr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baseline="-25000" dirty="0" smtClean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t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r>
              <a:rPr lang="en-CA" dirty="0" smtClean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 flipH="1">
            <a:off x="11264866" y="4507744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u</a:t>
            </a:r>
            <a:r>
              <a:rPr lang="en-CA" baseline="-25000" dirty="0" smtClean="0">
                <a:solidFill>
                  <a:srgbClr val="FF0000"/>
                </a:solidFill>
              </a:rPr>
              <a:t>6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 flipH="1">
            <a:off x="8765345" y="1067749"/>
            <a:ext cx="24892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A" dirty="0" smtClean="0">
                <a:solidFill>
                  <a:srgbClr val="FF0000"/>
                </a:solidFill>
              </a:rPr>
              <a:t>e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CA" dirty="0" smtClean="0">
                <a:solidFill>
                  <a:srgbClr val="FF0000"/>
                </a:solidFill>
              </a:rPr>
              <a:t>e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 flipH="1">
            <a:off x="8755388" y="2021254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q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 flipH="1">
            <a:off x="9197376" y="1198951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g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 flipH="1">
            <a:off x="10116190" y="1952464"/>
            <a:ext cx="39756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j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j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j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 flipH="1">
            <a:off x="9516813" y="1769022"/>
            <a:ext cx="39756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h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h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CA" dirty="0" smtClean="0">
                <a:solidFill>
                  <a:srgbClr val="FF0000"/>
                </a:solidFill>
              </a:rPr>
              <a:t>h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 flipH="1">
            <a:off x="11683853" y="719709"/>
            <a:ext cx="397561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CA" dirty="0" smtClean="0">
                <a:solidFill>
                  <a:srgbClr val="FF0000"/>
                </a:solidFill>
              </a:rPr>
              <a:t>n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</a:p>
          <a:p>
            <a:pPr algn="ctr">
              <a:lnSpc>
                <a:spcPct val="110000"/>
              </a:lnSpc>
            </a:pPr>
            <a:r>
              <a:rPr lang="en-CA" dirty="0" smtClean="0">
                <a:solidFill>
                  <a:srgbClr val="FF0000"/>
                </a:solidFill>
              </a:rPr>
              <a:t>n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 flipH="1">
            <a:off x="10226617" y="2965808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k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 flipH="1">
            <a:off x="7562505" y="1843064"/>
            <a:ext cx="522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d</a:t>
            </a:r>
            <a:r>
              <a:rPr lang="en-CA" baseline="-25000" dirty="0" smtClean="0">
                <a:solidFill>
                  <a:srgbClr val="FF0000"/>
                </a:solidFill>
              </a:rPr>
              <a:t>1</a:t>
            </a:r>
            <a:endParaRPr lang="en-CA" dirty="0" smtClean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d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endParaRPr lang="en-CA" dirty="0" smtClean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d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endParaRPr lang="en-CA" dirty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d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endParaRPr lang="en-CA" dirty="0">
              <a:solidFill>
                <a:srgbClr val="FF0000"/>
              </a:solidFill>
            </a:endParaRPr>
          </a:p>
          <a:p>
            <a:pPr algn="r">
              <a:lnSpc>
                <a:spcPct val="80000"/>
              </a:lnSpc>
            </a:pPr>
            <a:r>
              <a:rPr lang="en-CA" dirty="0" smtClean="0">
                <a:solidFill>
                  <a:srgbClr val="FF0000"/>
                </a:solidFill>
              </a:rPr>
              <a:t>d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9425937" y="2595895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err="1" smtClean="0">
                <a:solidFill>
                  <a:srgbClr val="FF0000"/>
                </a:solidFill>
              </a:rPr>
              <a:t>i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10830622" y="2719289"/>
            <a:ext cx="24892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dirty="0" smtClean="0">
                <a:solidFill>
                  <a:srgbClr val="FF0000"/>
                </a:solidFill>
              </a:rPr>
              <a:t>m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flipH="1">
            <a:off x="6977377" y="5775652"/>
            <a:ext cx="45364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tabLst>
                <a:tab pos="808038" algn="l"/>
                <a:tab pos="1431925" algn="l"/>
                <a:tab pos="2065338" algn="l"/>
                <a:tab pos="2514600" algn="l"/>
                <a:tab pos="2955925" algn="l"/>
                <a:tab pos="3314700" algn="l"/>
                <a:tab pos="3946525" algn="l"/>
              </a:tabLst>
            </a:pPr>
            <a:r>
              <a:rPr lang="en-CA" dirty="0" smtClean="0">
                <a:solidFill>
                  <a:srgbClr val="FF0000"/>
                </a:solidFill>
              </a:rPr>
              <a:t>	x</a:t>
            </a:r>
            <a:r>
              <a:rPr lang="en-CA" baseline="-25000" dirty="0" smtClean="0">
                <a:solidFill>
                  <a:srgbClr val="FF0000"/>
                </a:solidFill>
              </a:rPr>
              <a:t>1	</a:t>
            </a:r>
            <a:r>
              <a:rPr lang="en-CA" dirty="0" smtClean="0">
                <a:solidFill>
                  <a:srgbClr val="FF0000"/>
                </a:solidFill>
              </a:rPr>
              <a:t>x</a:t>
            </a:r>
            <a:r>
              <a:rPr lang="en-CA" baseline="-25000" dirty="0" smtClean="0">
                <a:solidFill>
                  <a:srgbClr val="FF0000"/>
                </a:solidFill>
              </a:rPr>
              <a:t>2</a:t>
            </a:r>
            <a:r>
              <a:rPr lang="en-CA" dirty="0" smtClean="0">
                <a:solidFill>
                  <a:srgbClr val="FF0000"/>
                </a:solidFill>
              </a:rPr>
              <a:t>	x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r>
              <a:rPr lang="en-CA" dirty="0" smtClean="0">
                <a:solidFill>
                  <a:srgbClr val="FF0000"/>
                </a:solidFill>
              </a:rPr>
              <a:t>	x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r>
              <a:rPr lang="en-CA" dirty="0" smtClean="0">
                <a:solidFill>
                  <a:srgbClr val="FF0000"/>
                </a:solidFill>
              </a:rPr>
              <a:t>	x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r>
              <a:rPr lang="en-CA" dirty="0" smtClean="0">
                <a:solidFill>
                  <a:srgbClr val="FF0000"/>
                </a:solidFill>
              </a:rPr>
              <a:t>	x</a:t>
            </a:r>
            <a:r>
              <a:rPr lang="en-CA" baseline="-25000" dirty="0" smtClean="0">
                <a:solidFill>
                  <a:srgbClr val="FF0000"/>
                </a:solidFill>
              </a:rPr>
              <a:t>6	</a:t>
            </a:r>
            <a:r>
              <a:rPr lang="en-CA" dirty="0" smtClean="0">
                <a:solidFill>
                  <a:srgbClr val="FF0000"/>
                </a:solidFill>
              </a:rPr>
              <a:t>x</a:t>
            </a:r>
            <a:r>
              <a:rPr lang="en-CA" baseline="-25000" dirty="0" smtClean="0">
                <a:solidFill>
                  <a:srgbClr val="FF0000"/>
                </a:solidFill>
              </a:rPr>
              <a:t>7</a:t>
            </a: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 flipH="1">
            <a:off x="6977377" y="6149032"/>
            <a:ext cx="453640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tabLst>
                <a:tab pos="808038" algn="l"/>
                <a:tab pos="1431925" algn="l"/>
                <a:tab pos="2065338" algn="l"/>
                <a:tab pos="2514600" algn="l"/>
                <a:tab pos="2955925" algn="l"/>
                <a:tab pos="3314700" algn="l"/>
                <a:tab pos="3946525" algn="l"/>
              </a:tabLst>
            </a:pPr>
            <a:r>
              <a:rPr lang="en-CA" dirty="0" smtClean="0">
                <a:solidFill>
                  <a:srgbClr val="FF0000"/>
                </a:solidFill>
              </a:rPr>
              <a:t>	y</a:t>
            </a:r>
            <a:r>
              <a:rPr lang="en-CA" baseline="-25000" dirty="0" smtClean="0">
                <a:solidFill>
                  <a:srgbClr val="FF0000"/>
                </a:solidFill>
              </a:rPr>
              <a:t>2	</a:t>
            </a:r>
            <a:r>
              <a:rPr lang="en-CA" dirty="0" smtClean="0">
                <a:solidFill>
                  <a:srgbClr val="FF0000"/>
                </a:solidFill>
              </a:rPr>
              <a:t>y</a:t>
            </a:r>
            <a:r>
              <a:rPr lang="en-CA" baseline="-25000" dirty="0" smtClean="0">
                <a:solidFill>
                  <a:srgbClr val="FF0000"/>
                </a:solidFill>
              </a:rPr>
              <a:t>3</a:t>
            </a:r>
            <a:r>
              <a:rPr lang="en-CA" dirty="0" smtClean="0">
                <a:solidFill>
                  <a:srgbClr val="FF0000"/>
                </a:solidFill>
              </a:rPr>
              <a:t>	y</a:t>
            </a:r>
            <a:r>
              <a:rPr lang="en-CA" baseline="-25000" dirty="0" smtClean="0">
                <a:solidFill>
                  <a:srgbClr val="FF0000"/>
                </a:solidFill>
              </a:rPr>
              <a:t>4</a:t>
            </a:r>
            <a:r>
              <a:rPr lang="en-CA" dirty="0" smtClean="0">
                <a:solidFill>
                  <a:srgbClr val="FF0000"/>
                </a:solidFill>
              </a:rPr>
              <a:t>	y</a:t>
            </a:r>
            <a:r>
              <a:rPr lang="en-CA" baseline="-25000" dirty="0" smtClean="0">
                <a:solidFill>
                  <a:srgbClr val="FF0000"/>
                </a:solidFill>
              </a:rPr>
              <a:t>5</a:t>
            </a:r>
            <a:r>
              <a:rPr lang="en-CA" dirty="0" smtClean="0">
                <a:solidFill>
                  <a:srgbClr val="FF0000"/>
                </a:solidFill>
              </a:rPr>
              <a:t>		y</a:t>
            </a:r>
            <a:r>
              <a:rPr lang="en-CA" baseline="-25000" dirty="0" smtClean="0">
                <a:solidFill>
                  <a:srgbClr val="FF0000"/>
                </a:solidFill>
              </a:rPr>
              <a:t>6	</a:t>
            </a:r>
            <a:r>
              <a:rPr lang="en-CA" dirty="0" smtClean="0">
                <a:solidFill>
                  <a:srgbClr val="FF0000"/>
                </a:solidFill>
              </a:rPr>
              <a:t>y</a:t>
            </a:r>
            <a:r>
              <a:rPr lang="en-CA" baseline="-25000" dirty="0" smtClean="0">
                <a:solidFill>
                  <a:srgbClr val="FF0000"/>
                </a:solidFill>
              </a:rPr>
              <a:t>7</a:t>
            </a:r>
            <a:r>
              <a:rPr lang="en-CA" dirty="0" smtClean="0">
                <a:solidFill>
                  <a:srgbClr val="FF0000"/>
                </a:solidFill>
              </a:rPr>
              <a:t> 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2"/>
          <a:srcRect l="94260" t="53265" r="1575" b="43998"/>
          <a:stretch/>
        </p:blipFill>
        <p:spPr>
          <a:xfrm>
            <a:off x="9516813" y="3750172"/>
            <a:ext cx="1147694" cy="33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0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E4CC0-D7BC-412C-B6D3-5ACA4DFED76C}" type="slidenum">
              <a:rPr lang="en-CA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CA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1175657" y="1090001"/>
            <a:ext cx="9234338" cy="5340944"/>
            <a:chOff x="5357191" y="3508511"/>
            <a:chExt cx="1838740" cy="1063488"/>
          </a:xfrm>
        </p:grpSpPr>
        <p:grpSp>
          <p:nvGrpSpPr>
            <p:cNvPr id="9" name="Group 8"/>
            <p:cNvGrpSpPr/>
            <p:nvPr/>
          </p:nvGrpSpPr>
          <p:grpSpPr>
            <a:xfrm>
              <a:off x="5357191" y="3508511"/>
              <a:ext cx="1838740" cy="1063488"/>
              <a:chOff x="5357191" y="3508511"/>
              <a:chExt cx="1838740" cy="1063488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5357191" y="3508511"/>
                <a:ext cx="1838740" cy="10634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5569965" y="3657598"/>
                <a:ext cx="1363496" cy="785191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dirty="0" smtClean="0"/>
                  <a:t>SAMPLE</a:t>
                </a:r>
                <a:endParaRPr lang="en-CA" dirty="0"/>
              </a:p>
            </p:txBody>
          </p:sp>
        </p:grpSp>
        <p:sp>
          <p:nvSpPr>
            <p:cNvPr id="10" name="Oval 9"/>
            <p:cNvSpPr/>
            <p:nvPr/>
          </p:nvSpPr>
          <p:spPr>
            <a:xfrm>
              <a:off x="5569965" y="3657598"/>
              <a:ext cx="1363496" cy="785191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8800" dirty="0" smtClean="0"/>
                <a:t>SAMPLE</a:t>
              </a:r>
              <a:endParaRPr lang="en-CA" sz="8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421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599142" y="813917"/>
            <a:ext cx="11485167" cy="5858188"/>
            <a:chOff x="5726097" y="3428999"/>
            <a:chExt cx="5896891" cy="3007801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6097" y="3428999"/>
              <a:ext cx="5895990" cy="3006307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7600" y="3430800"/>
              <a:ext cx="5895388" cy="3006000"/>
            </a:xfrm>
            <a:prstGeom prst="rect">
              <a:avLst/>
            </a:prstGeom>
          </p:spPr>
        </p:pic>
        <p:grpSp>
          <p:nvGrpSpPr>
            <p:cNvPr id="27" name="Group 26"/>
            <p:cNvGrpSpPr/>
            <p:nvPr/>
          </p:nvGrpSpPr>
          <p:grpSpPr>
            <a:xfrm>
              <a:off x="6652260" y="3543300"/>
              <a:ext cx="4404360" cy="2415540"/>
              <a:chOff x="6652260" y="3543300"/>
              <a:chExt cx="4404360" cy="241554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6652260" y="3543300"/>
                <a:ext cx="4404360" cy="24155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 flipV="1">
                <a:off x="10706100" y="5697288"/>
                <a:ext cx="0" cy="2615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V="1">
                <a:off x="7195931" y="5697288"/>
                <a:ext cx="0" cy="2615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1654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9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4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905" t="4865" r="2905" b="4865"/>
          <a:stretch/>
        </p:blipFill>
        <p:spPr>
          <a:xfrm>
            <a:off x="0" y="0"/>
            <a:ext cx="12192000" cy="65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6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9151" t="3496" r="28349" b="9256"/>
          <a:stretch/>
        </p:blipFill>
        <p:spPr>
          <a:xfrm>
            <a:off x="2849731" y="266330"/>
            <a:ext cx="2743200" cy="5983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1877" y="745725"/>
            <a:ext cx="215475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a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b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c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d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e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f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g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h</a:t>
            </a:r>
          </a:p>
          <a:p>
            <a:r>
              <a:rPr lang="en-CA" b="1" dirty="0" err="1" smtClean="0">
                <a:solidFill>
                  <a:srgbClr val="FF0000"/>
                </a:solidFill>
              </a:rPr>
              <a:t>i</a:t>
            </a:r>
            <a:endParaRPr lang="en-CA" b="1" dirty="0" smtClean="0">
              <a:solidFill>
                <a:srgbClr val="FF0000"/>
              </a:solidFill>
            </a:endParaRPr>
          </a:p>
          <a:p>
            <a:r>
              <a:rPr lang="en-CA" b="1" dirty="0" smtClean="0">
                <a:solidFill>
                  <a:srgbClr val="FF0000"/>
                </a:solidFill>
              </a:rPr>
              <a:t>j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k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l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      m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n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o             p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q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r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s</a:t>
            </a:r>
          </a:p>
          <a:p>
            <a:r>
              <a:rPr lang="en-CA" b="1" dirty="0" smtClean="0">
                <a:solidFill>
                  <a:srgbClr val="FF0000"/>
                </a:solidFill>
              </a:rPr>
              <a:t>t		u</a:t>
            </a:r>
          </a:p>
          <a:p>
            <a:endParaRPr lang="en-CA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02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295</Words>
  <Application>Microsoft Office PowerPoint</Application>
  <PresentationFormat>Widescreen</PresentationFormat>
  <Paragraphs>251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M-BLANK MANUAL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Parameterization GUI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M-BLANK MANUAL FIGURES</dc:title>
  <dc:creator>ACrawford</dc:creator>
  <cp:lastModifiedBy>ACrawford</cp:lastModifiedBy>
  <cp:revision>33</cp:revision>
  <dcterms:created xsi:type="dcterms:W3CDTF">2020-09-09T18:14:38Z</dcterms:created>
  <dcterms:modified xsi:type="dcterms:W3CDTF">2020-09-15T20:36:55Z</dcterms:modified>
</cp:coreProperties>
</file>