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9" r:id="rId5"/>
    <p:sldId id="265" r:id="rId6"/>
    <p:sldId id="258" r:id="rId7"/>
    <p:sldId id="262" r:id="rId8"/>
    <p:sldId id="266" r:id="rId9"/>
    <p:sldId id="267" r:id="rId10"/>
    <p:sldId id="268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>
        <p:scale>
          <a:sx n="400" d="100"/>
          <a:sy n="400" d="100"/>
        </p:scale>
        <p:origin x="230" y="-107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92492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8741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502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851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35317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39679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8505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257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48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819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6259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16E70-077D-4CBD-A2D0-A2B977DFD4F5}" type="datetimeFigureOut">
              <a:rPr lang="en-CA" smtClean="0"/>
              <a:t>9/11/20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01655-C89A-45C5-8253-42C3CCBEBB1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7030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 smtClean="0"/>
              <a:t>M-BLANK MANUAL FIGURES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4171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77047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4.4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06322" y="577047"/>
            <a:ext cx="4885678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4.3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20179" y="577047"/>
            <a:ext cx="1373079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4.2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160" y="359664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4.5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0160" y="5607998"/>
            <a:ext cx="6048000" cy="9452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4.1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08160" y="3190240"/>
            <a:ext cx="120272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4.7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58880" y="3190240"/>
            <a:ext cx="176619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4.8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06160" y="3190240"/>
            <a:ext cx="95400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4.6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173075" y="3190240"/>
            <a:ext cx="199124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8800" dirty="0" smtClean="0">
                <a:solidFill>
                  <a:srgbClr val="C00000"/>
                </a:solidFill>
              </a:rPr>
              <a:t>4.9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959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81630" r="50250" b="4740"/>
          <a:stretch/>
        </p:blipFill>
        <p:spPr>
          <a:xfrm>
            <a:off x="152400" y="304800"/>
            <a:ext cx="6065520" cy="9347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62560" y="314638"/>
            <a:ext cx="6048000" cy="94520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6123" y="21125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a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077563" y="3959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992417" y="395918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c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961065" y="39591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66915" y="60257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79666" y="78723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33516" y="97190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59308" y="28415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759308" y="50952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155482" y="85879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l="22418" t="3555" r="2000" b="23259"/>
          <a:stretch/>
        </p:blipFill>
        <p:spPr>
          <a:xfrm>
            <a:off x="140328" y="1669490"/>
            <a:ext cx="9215120" cy="501904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6004560" y="426720"/>
            <a:ext cx="1808480" cy="1645920"/>
          </a:xfrm>
          <a:custGeom>
            <a:avLst/>
            <a:gdLst>
              <a:gd name="connsiteX0" fmla="*/ 0 w 1808480"/>
              <a:gd name="connsiteY0" fmla="*/ 0 h 1645920"/>
              <a:gd name="connsiteX1" fmla="*/ 1808480 w 1808480"/>
              <a:gd name="connsiteY1" fmla="*/ 0 h 1645920"/>
              <a:gd name="connsiteX2" fmla="*/ 1808480 w 180848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8480" h="1645920">
                <a:moveTo>
                  <a:pt x="0" y="0"/>
                </a:moveTo>
                <a:lnTo>
                  <a:pt x="1808480" y="0"/>
                </a:lnTo>
                <a:lnTo>
                  <a:pt x="1808480" y="1645920"/>
                </a:lnTo>
              </a:path>
            </a:pathLst>
          </a:custGeom>
          <a:noFill/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29105" y="2748558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k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444040" y="274855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l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037215" y="17033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n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2003" y="5965384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m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27603" y="5183064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o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627603" y="58806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p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202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1645920" y="820887"/>
            <a:ext cx="1373178" cy="2552233"/>
            <a:chOff x="5720080" y="577047"/>
            <a:chExt cx="1373178" cy="255223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/>
            <a:srcRect l="46917" t="8445" r="41833" b="54370"/>
            <a:stretch/>
          </p:blipFill>
          <p:spPr>
            <a:xfrm>
              <a:off x="5720080" y="579120"/>
              <a:ext cx="1371600" cy="255016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5720179" y="577047"/>
              <a:ext cx="1373079" cy="253901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>
                <a:solidFill>
                  <a:srgbClr val="C00000"/>
                </a:solidFill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2127628" y="1163685"/>
            <a:ext cx="408183" cy="277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27628" y="16848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b</a:t>
            </a:r>
            <a:endParaRPr lang="en-CA" i="1" dirty="0">
              <a:ln>
                <a:solidFill>
                  <a:schemeClr val="tx1"/>
                </a:solidFill>
              </a:ln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27628" y="2337710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ln>
                  <a:solidFill>
                    <a:schemeClr val="tx1"/>
                  </a:solidFill>
                </a:ln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27628" y="284880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ln>
                  <a:solidFill>
                    <a:schemeClr val="tx1"/>
                  </a:solidFill>
                </a:ln>
              </a:rPr>
              <a:t>d</a:t>
            </a:r>
            <a:endParaRPr lang="en-CA" i="1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76907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9917" t="8445" b="54518"/>
          <a:stretch/>
        </p:blipFill>
        <p:spPr>
          <a:xfrm>
            <a:off x="274320" y="314960"/>
            <a:ext cx="4886960" cy="2540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5602" y="312887"/>
            <a:ext cx="4885678" cy="253901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20678" y="620817"/>
            <a:ext cx="3084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 (mouse r-click)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0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8446" r="53667" b="49184"/>
          <a:stretch/>
        </p:blipFill>
        <p:spPr>
          <a:xfrm>
            <a:off x="0" y="579120"/>
            <a:ext cx="5648960" cy="29057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77047"/>
            <a:ext cx="5646198" cy="290299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-2762" y="650240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a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3158" y="65024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b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4024" y="3214099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c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55602" y="32140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d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03497" y="3214099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f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8824" y="3214099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g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34151" y="32140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h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99478" y="321409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err="1" smtClean="0">
                <a:solidFill>
                  <a:srgbClr val="C00000"/>
                </a:solidFill>
              </a:rPr>
              <a:t>i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64805" y="321409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j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30132" y="321409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k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39433" y="3214099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e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30132" y="2846782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l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795459" y="2846782"/>
            <a:ext cx="369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>
                <a:solidFill>
                  <a:srgbClr val="C00000"/>
                </a:solidFill>
              </a:rPr>
              <a:t>m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21316" y="65202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n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37019" y="297532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o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237019" y="478496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p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42485" y="154224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q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3207" y="1657137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r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911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t="52296" r="50166" b="18815"/>
          <a:stretch/>
        </p:blipFill>
        <p:spPr>
          <a:xfrm>
            <a:off x="40640" y="427292"/>
            <a:ext cx="6075680" cy="19812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800" y="437452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-19" t="52283" r="50177" b="18846"/>
          <a:stretch/>
        </p:blipFill>
        <p:spPr>
          <a:xfrm>
            <a:off x="40640" y="2508640"/>
            <a:ext cx="6076800" cy="1980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0800" y="251968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-19" t="52283" r="50177" b="18846"/>
          <a:stretch/>
        </p:blipFill>
        <p:spPr>
          <a:xfrm>
            <a:off x="40640" y="4586640"/>
            <a:ext cx="6076800" cy="1980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0800" y="4597680"/>
            <a:ext cx="6048000" cy="19731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05672" y="341115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5672" y="378471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05672" y="403816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68872" y="415024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9192" y="575584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6868" y="6034286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52480" y="813857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a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31641" y="2836477"/>
            <a:ext cx="33300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b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976315" y="4945389"/>
            <a:ext cx="3288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dirty="0" smtClean="0">
                <a:solidFill>
                  <a:srgbClr val="C00000"/>
                </a:solidFill>
              </a:rPr>
              <a:t>c (</a:t>
            </a:r>
            <a:r>
              <a:rPr lang="en-CA" dirty="0" err="1" smtClean="0">
                <a:solidFill>
                  <a:srgbClr val="C00000"/>
                </a:solidFill>
              </a:rPr>
              <a:t>uicontext</a:t>
            </a:r>
            <a:r>
              <a:rPr lang="en-CA" dirty="0" smtClean="0">
                <a:solidFill>
                  <a:srgbClr val="C00000"/>
                </a:solidFill>
              </a:rPr>
              <a:t> menu; mouse r-click)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94203" y="494538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166730" y="5359871"/>
            <a:ext cx="919119" cy="72389"/>
          </a:xfrm>
          <a:custGeom>
            <a:avLst/>
            <a:gdLst>
              <a:gd name="connsiteX0" fmla="*/ 0 w 853440"/>
              <a:gd name="connsiteY0" fmla="*/ 260985 h 266700"/>
              <a:gd name="connsiteX1" fmla="*/ 0 w 853440"/>
              <a:gd name="connsiteY1" fmla="*/ 0 h 266700"/>
              <a:gd name="connsiteX2" fmla="*/ 853440 w 853440"/>
              <a:gd name="connsiteY2" fmla="*/ 0 h 266700"/>
              <a:gd name="connsiteX3" fmla="*/ 853440 w 853440"/>
              <a:gd name="connsiteY3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3440" h="266700">
                <a:moveTo>
                  <a:pt x="0" y="260985"/>
                </a:moveTo>
                <a:lnTo>
                  <a:pt x="0" y="0"/>
                </a:lnTo>
                <a:lnTo>
                  <a:pt x="853440" y="0"/>
                </a:lnTo>
                <a:lnTo>
                  <a:pt x="853440" y="266700"/>
                </a:lnTo>
              </a:path>
            </a:pathLst>
          </a:cu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" name="Rectangle 1"/>
          <p:cNvSpPr/>
          <p:nvPr/>
        </p:nvSpPr>
        <p:spPr>
          <a:xfrm>
            <a:off x="195305" y="5439435"/>
            <a:ext cx="258085" cy="1822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453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0166" t="46667" r="42084" b="4445"/>
          <a:stretch/>
        </p:blipFill>
        <p:spPr>
          <a:xfrm>
            <a:off x="660400" y="640080"/>
            <a:ext cx="944880" cy="335280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50240" y="629920"/>
            <a:ext cx="95400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96057" y="1214485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96057" y="173565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8922" y="2175662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7240" y="245959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19320" y="276277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11400" y="306596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1836" y="342135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66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58333" t="46667" r="31917" b="4445"/>
          <a:stretch/>
        </p:blipFill>
        <p:spPr>
          <a:xfrm>
            <a:off x="487680" y="345440"/>
            <a:ext cx="1188720" cy="3352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3840" y="335280"/>
            <a:ext cx="1202720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7514" y="564245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520" y="701095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59956" y="751709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396" y="118894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3112" y="174812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60910" y="2310291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88509" y="253851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96010" y="2907849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8233" y="314424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7802" y="3328907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463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68583" t="46667" r="17000" b="4296"/>
          <a:stretch/>
        </p:blipFill>
        <p:spPr>
          <a:xfrm>
            <a:off x="172720" y="162560"/>
            <a:ext cx="1757680" cy="33629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69920" y="152400"/>
            <a:ext cx="176619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3594" y="413683"/>
            <a:ext cx="408183" cy="25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60000"/>
              </a:lnSpc>
              <a:tabLst>
                <a:tab pos="92075" algn="l"/>
              </a:tabLst>
            </a:pPr>
            <a:r>
              <a:rPr lang="en-CA" i="1" dirty="0" smtClean="0">
                <a:solidFill>
                  <a:srgbClr val="C00000"/>
                </a:solidFill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017" y="41368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83230" y="413683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5827" y="554006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8489" y="74883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e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27501" y="748832"/>
            <a:ext cx="25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f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549567" y="738672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g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70067" y="106366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h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470" y="1063661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err="1" smtClean="0">
                <a:solidFill>
                  <a:srgbClr val="C00000"/>
                </a:solidFill>
              </a:rPr>
              <a:t>i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282699" y="1519770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j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35822" y="2032239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rgbClr val="C00000"/>
                </a:solidFill>
              </a:rPr>
              <a:t>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2305" y="2032239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l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9905" y="2401571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m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3071" y="2401571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n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7817" y="2586237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o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17162" y="277090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p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3111" y="312424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q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352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83417" t="46370" r="249" b="4593"/>
          <a:stretch/>
        </p:blipFill>
        <p:spPr>
          <a:xfrm>
            <a:off x="152400" y="528320"/>
            <a:ext cx="1991360" cy="336296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155315" y="538480"/>
            <a:ext cx="1991245" cy="33629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2053" y="1123530"/>
            <a:ext cx="71205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8000" i="1" dirty="0" smtClean="0">
                <a:solidFill>
                  <a:srgbClr val="C00000"/>
                </a:solidFill>
              </a:rPr>
              <a:t>a</a:t>
            </a:r>
            <a:endParaRPr lang="en-CA" sz="8000" i="1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8533" y="3107413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b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85324" y="3532108"/>
            <a:ext cx="3032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d</a:t>
            </a:r>
            <a:endParaRPr lang="en-CA" i="1" dirty="0">
              <a:solidFill>
                <a:srgbClr val="C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20809" y="3107413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 smtClean="0">
                <a:solidFill>
                  <a:srgbClr val="C00000"/>
                </a:solidFill>
              </a:rPr>
              <a:t>c</a:t>
            </a:r>
            <a:endParaRPr lang="en-CA" i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463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132</Words>
  <Application>Microsoft Office PowerPoint</Application>
  <PresentationFormat>Widescreen</PresentationFormat>
  <Paragraphs>97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M-BLANK MANUAL FIGURES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M-BLANK MANUAL FIGURES</dc:title>
  <dc:creator>ACrawford</dc:creator>
  <cp:lastModifiedBy>ACrawford</cp:lastModifiedBy>
  <cp:revision>19</cp:revision>
  <dcterms:created xsi:type="dcterms:W3CDTF">2020-09-09T18:14:38Z</dcterms:created>
  <dcterms:modified xsi:type="dcterms:W3CDTF">2020-09-11T16:47:04Z</dcterms:modified>
</cp:coreProperties>
</file>